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663440"/>
            <a:ext cx="12191695" cy="109728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Demo Slide Presentasi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BFD3F0"/>
                </a:solidFill>
                <a:latin typeface="Calibri"/>
              </a:rPr>
              <a:t>Dibuat dengan python-pptx 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46F7E"/>
                </a:solidFill>
                <a:latin typeface="Calibri"/>
              </a:rPr>
              <a:t>Jimmy Neutron • 13 Agustus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F2937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2E5EAA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828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  <a:latin typeface="Calibri"/>
              </a:rPr>
              <a:t>Apa itu python-pptx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2E5EAA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  <a:latin typeface="Calibri"/>
              </a:rPr>
              <a:t>Kenapa pilih 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2E5EAA"/>
                </a:solidFill>
                <a:latin typeface="Calibr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F2937"/>
                </a:solidFill>
                <a:latin typeface="Calibri"/>
              </a:rPr>
              <a:t>Cara pakai &amp; kustomisasi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F2937"/>
                </a:solidFill>
                <a:latin typeface="Calibri"/>
              </a:rPr>
              <a:t>Apa itu python-pptx?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Library Python untuk membuat &amp; memodifikasi file PowerPoint (.pptx)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Full programatik: slide, teks, shape, warna, layout — semua dari kode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Output standar OOXML, kompatibel dengan MS Office &amp; Google Slides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Cocok untuk generate deck otomatis dari data /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F2937"/>
                </a:solidFill>
                <a:latin typeface="Calibri"/>
              </a:rPr>
              <a:t>Kenapa pilih PPTX?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Bisa diedit ulang — buka di PowerPoint/Google Slides, tinggal ubah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Format universal — dikirim ke siapa pun, dibuka di mana pun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Konsisten &amp; rapi — desain seragam, gak ada slide miring/berantakan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1F2937"/>
                </a:solidFill>
                <a:latin typeface="Calibri"/>
              </a:rPr>
              <a:t>Skalabel — 5 slide atau 50 slide, effort-nya sama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663440"/>
            <a:ext cx="12191695" cy="109728"/>
          </a:xfrm>
          <a:prstGeom prst="rect">
            <a:avLst/>
          </a:prstGeom>
          <a:solidFill>
            <a:srgbClr val="2E5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Mau bikin deck beneran?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0">
                <a:solidFill>
                  <a:srgbClr val="BFD3F0"/>
                </a:solidFill>
                <a:latin typeface="Calibri"/>
              </a:rPr>
              <a:t>Tinggal kasih topik + jumlah slide → langsung jadi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